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{{title}}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{{subtitle}}</a:t>
            </a:r>
          </a:p>
          <a:p>
            <a:r>
              <a:t>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{{section_title}}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{{content_title}}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{{bullet_1}}</a:t>
            </a:r>
          </a:p>
          <a:p>
            <a:r>
              <a:t>{{bullet_2}}</a:t>
            </a:r>
          </a:p>
          <a:p>
            <a:r>
              <a:t>{{bullet_3}}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{{table_title}}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[表データはここに挿入されます]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{{image_title}}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08080"/>
                </a:solidFill>
              </a:defRPr>
            </a:pPr>
            <a:r>
              <a:t>[画像はここに挿入されます]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